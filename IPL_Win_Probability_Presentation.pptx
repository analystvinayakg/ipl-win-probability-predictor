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IPL Match Win Probability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Ball-by-Ball Prediction</a:t>
            </a:r>
          </a:p>
          <a:p>
            <a:r>
              <a:t>Your Name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real-time win probability during IPL matches</a:t>
            </a:r>
          </a:p>
          <a:p>
            <a:r>
              <a:t>Raw scorecards fail to capture momentum</a:t>
            </a:r>
          </a:p>
          <a:p/>
          <a:p>
            <a:r>
              <a:t>Objective:</a:t>
            </a:r>
          </a:p>
          <a:p>
            <a:r>
              <a:t>Predict win probability (%) ball-by-ball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Scope:</a:t>
            </a:r>
          </a:p>
          <a:p>
            <a:r>
              <a:t>- Ball-by-ball prediction</a:t>
            </a:r>
          </a:p>
          <a:p>
            <a:r>
              <a:t>- Second innings only</a:t>
            </a:r>
          </a:p>
          <a:p/>
          <a:p>
            <a:r>
              <a:t>Assumptions:</a:t>
            </a:r>
          </a:p>
          <a:p>
            <a:r>
              <a:t>- Historical patterns generalize</a:t>
            </a:r>
          </a:p>
          <a:p>
            <a:r>
              <a:t>- Conditions captured via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IPL historical data</a:t>
            </a:r>
          </a:p>
          <a:p/>
          <a:p>
            <a:r>
              <a:t>Key Columns:</a:t>
            </a:r>
          </a:p>
          <a:p>
            <a:r>
              <a:t>- Batting team</a:t>
            </a:r>
          </a:p>
          <a:p>
            <a:r>
              <a:t>- Bowling team</a:t>
            </a:r>
          </a:p>
          <a:p>
            <a:r>
              <a:t>- Runs, Wickets</a:t>
            </a:r>
          </a:p>
          <a:p>
            <a:r>
              <a:t>- Overs, Target</a:t>
            </a:r>
          </a:p>
          <a:p>
            <a:r>
              <a:t>- Match winner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Runs remaining</a:t>
            </a:r>
          </a:p>
          <a:p>
            <a:r>
              <a:t>- Balls remaining</a:t>
            </a:r>
          </a:p>
          <a:p>
            <a:r>
              <a:t>- Wickets remaining</a:t>
            </a:r>
          </a:p>
          <a:p>
            <a:r>
              <a:t>- Current RR</a:t>
            </a:r>
          </a:p>
          <a:p>
            <a:r>
              <a:t>- Required RR</a:t>
            </a:r>
          </a:p>
          <a:p>
            <a:r>
              <a:t>- Score difference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Logistic Regression</a:t>
            </a:r>
          </a:p>
          <a:p/>
          <a:p>
            <a:r>
              <a:t>Why:</a:t>
            </a:r>
          </a:p>
          <a:p>
            <a:r>
              <a:t>- Interpretable</a:t>
            </a:r>
          </a:p>
          <a:p>
            <a:r>
              <a:t>- Stable probabilities</a:t>
            </a:r>
          </a:p>
          <a:p>
            <a:r>
              <a:t>- Low overfitting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Chronological train-test split</a:t>
            </a:r>
          </a:p>
          <a:p>
            <a:r>
              <a:t>- Feature scaling</a:t>
            </a:r>
          </a:p>
          <a:p>
            <a:r>
              <a:t>- Regularization applied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Primary: Log Loss</a:t>
            </a:r>
          </a:p>
          <a:p>
            <a:r>
              <a:t>Secondary: Accuracy</a:t>
            </a:r>
          </a:p>
          <a:p/>
          <a:p>
            <a:r>
              <a:t>Log Loss penalizes overconfident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Probability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Platt Scaling / Isotonic Regression</a:t>
            </a:r>
          </a:p>
          <a:p>
            <a:r>
              <a:t>- Improves probability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Match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probability trend across overs</a:t>
            </a:r>
          </a:p>
          <a:p>
            <a:r>
              <a:t>Highlights momentum shifts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Wickets crucial in middle overs</a:t>
            </a:r>
          </a:p>
          <a:p>
            <a:r>
              <a:t>- Required RR dominates death overs</a:t>
            </a:r>
          </a:p>
          <a:p>
            <a:r>
              <a:t>- Confidence increases near match 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 player-level data</a:t>
            </a:r>
          </a:p>
          <a:p>
            <a:r>
              <a:t>- No pitch/weather info</a:t>
            </a:r>
          </a:p>
          <a:p>
            <a:r>
              <a:t>- Early overs volatile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Player form features</a:t>
            </a:r>
          </a:p>
          <a:p>
            <a:r>
              <a:t>- Phase-wise models</a:t>
            </a:r>
          </a:p>
          <a:p>
            <a:r>
              <a:t>- Advanced ML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Ball-by-ball win probability model built</a:t>
            </a:r>
          </a:p>
          <a:p>
            <a:r>
              <a:t>Interpretable and calibrated</a:t>
            </a:r>
          </a:p>
          <a:p>
            <a:r>
              <a:t>Strong baseline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